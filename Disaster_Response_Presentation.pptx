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6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0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4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1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8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8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7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000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59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40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63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6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4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5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🚨 DISASTER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B81C"/>
                </a:solidFill>
              </a:defRPr>
            </a:pPr>
            <a:r>
              <a:t>AI-Powered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Real-time assessment, intelligent dispatch, rapid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F0F1"/>
                </a:solidFill>
              </a:defRPr>
            </a:pPr>
            <a:r>
              <a:t>Hackathon Edition |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⏰ Time is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Every second counts. Manual assessment delays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Resource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Responders don't know resource needs without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👥 Skill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59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Volunteers aren't quickly matched to needed skills.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7472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Decision Making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23359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Humans make critical decisions under stress, prone to bias.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solidFill>
            <a:srgbClr val="ECF0F1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</a:defRPr>
            </a:pPr>
            <a:r>
              <a:t>End-to-End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1️⃣  IMAGE ANALYSIS → Assess damage severity from aerial/drone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2️⃣  RESOURCE DISPATCH → Determine optimal team allocation based on incident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3️⃣  VOLUNTEER MATCHING → Connect responders with right skills to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4️⃣  DISPATCH PLAN → Generate actionable response orders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554480" cy="10972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📸</a:t>
            </a:r>
            <a:br/>
            <a:r>
              <a:t>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1645920"/>
            <a:ext cx="1554480" cy="109728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🧠</a:t>
            </a:r>
            <a:br/>
            <a:r>
              <a:t>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645920"/>
            <a:ext cx="1554480" cy="10972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📋</a:t>
            </a:r>
            <a:br/>
            <a:r>
              <a:t>Dispatch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45920"/>
            <a:ext cx="1554480" cy="109728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👥</a:t>
            </a:r>
            <a:br/>
            <a:r>
              <a:t>Volunteers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1554480" cy="1097280"/>
          </a:xfrm>
          <a:prstGeom prst="rect">
            <a:avLst/>
          </a:prstGeom>
          <a:solidFill>
            <a:srgbClr val="1A1F71"/>
          </a:solidFill>
          <a:ln>
            <a:solidFill>
              <a:srgbClr val="1A1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</a:t>
            </a:r>
            <a:br/>
            <a: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ML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NLP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F71"/>
                </a:solidFill>
              </a:defRPr>
            </a:pPr>
            <a:r>
              <a:t>⚡ Real-time Processing | 🔒 Transparency (Grad-CAM) | 🛡️ Uncertainty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1: Severity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INPUT: Aerial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Drone or satellite photo of disaster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🔴 Severity: SEVERE / MODERATE / MILD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⚠️ Risk Score: 0-100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🎯 Reasoning: Heatmap of key damage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solidFill>
            <a:srgbClr val="ECF0F1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</a:defRPr>
            </a:pPr>
            <a:r>
              <a:t>Architecture: EfficientNet-B3 (CNN)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✓ Lightweight yet powerful - optimized for real-time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✓ Pre-trained on ImageNet, fine-tuned for disaster imagery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✓ Explainable: Grad-CAM shows exactly which pixels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✓ Uncertainty detection: Escalates low-confidence cases to humans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1: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</a:defRPr>
            </a:pPr>
            <a:r>
              <a:t>Training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Data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RandomResizedCrop, ColorJitter, Rotation for robustness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Strategic Unfreezing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Freeze early layers, fine-tune last 2 blocks for disaster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Class-Balanced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Handles imbalanced severity classes (more mild than severe)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7680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Multi-Metric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Optimize for accuracy + calibration + robustness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2: Dispatch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Disaster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Victims Reported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People Trapped (CRITICAL)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Medical Emergency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Severity from Model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🏃 SAR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🏥 Medical Responders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🔥 Fire/HazMat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8229600" cy="2926080"/>
          </a:xfrm>
          <a:prstGeom prst="rect">
            <a:avLst/>
          </a:prstGeom>
          <a:solidFill>
            <a:srgbClr val="ECF0F1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</a:defRPr>
            </a:pPr>
            <a:r>
              <a:t>Architecture: LightGBM Multi-Output Regressor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✓ Predicts 3 outputs simultaneously (SAR, Medical, Fire)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✓ Feature Engineering: risk_index, severity_encoded, trapped × multipliers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✓ Rule-based Safety Net: Always escalate if high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✓ FEMA-aligned: Trained on realistic historical response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2: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</a:defRPr>
            </a:pPr>
            <a:r>
              <a:t>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Extract patterns: risk_index = severity + trapped×2 + victims×0.5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Multi-Output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Train single LightGBM to predict all 3 resources 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Safety Rules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1304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If 'people_trapped &gt; 4', escalate 🚨 to human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Real-Time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360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Generates dispatch plan in &lt;100ms from incident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3: Volunteer Matcher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A1F71"/>
          </a:solidFill>
          <a:ln>
            <a:solidFill>
              <a:srgbClr val="1A1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Skill-to-Incident Matching Using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98882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417320" y="1944354"/>
            <a:ext cx="630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GOAL: </a:t>
            </a:r>
            <a:r>
              <a:rPr sz="1600" b="1" dirty="0">
                <a:solidFill>
                  <a:schemeClr val="accent3">
                    <a:lumMod val="50000"/>
                  </a:schemeClr>
                </a:solidFill>
              </a:rPr>
              <a:t>Match volunteers with the RIGHT skills to the gaps identified by Models 1 &amp;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548640" cy="45720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</a:defRPr>
            </a:pPr>
            <a:r>
              <a:t>Vectorize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272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Convert volunteer skills &amp; incident needs into TF-IDF vectors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548640" cy="45720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</a:defRPr>
            </a:pPr>
            <a:r>
              <a:t>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0448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Compute cosine similarity (0-1 scale: how well skills match)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548640" cy="45720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</a:defRPr>
            </a:pPr>
            <a: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8172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Sort volunteers by match score, identify highest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59"/>
            <a:ext cx="548640" cy="457200"/>
          </a:xfrm>
          <a:prstGeom prst="rect">
            <a:avLst/>
          </a:prstGeom>
          <a:solidFill>
            <a:srgbClr val="FFB81C"/>
          </a:solidFill>
          <a:ln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</a:defRPr>
            </a:pPr>
            <a: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5896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Show 'best matches' &amp; 'critical gaps' in dispatch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v2.0 Key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</a:defRPr>
            </a:pPr>
            <a:r>
              <a:t>What Makes This Version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1828800" cy="4389120"/>
          </a:xfrm>
          <a:prstGeom prst="rect">
            <a:avLst/>
          </a:prstGeom>
          <a:solidFill>
            <a:srgbClr val="ECF0F1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</a:defRPr>
            </a:pPr>
            <a:r>
              <a:t>🧠 Image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EfficientNet-B3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Strategic unfreezing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204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Class-balanced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Grad-CAM explainability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920240"/>
            <a:ext cx="1828800" cy="4389120"/>
          </a:xfrm>
          <a:prstGeom prst="rect">
            <a:avLst/>
          </a:prstGeom>
          <a:solidFill>
            <a:srgbClr val="ECF0F1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</a:defRPr>
            </a:pPr>
            <a:r>
              <a:t>📊 Dispatch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'People trapped'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LightGBM MultiOutput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204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Rule-based safety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Risk index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1828800" cy="4389120"/>
          </a:xfrm>
          <a:prstGeom prst="rect">
            <a:avLst/>
          </a:prstGeom>
          <a:solidFill>
            <a:srgbClr val="ECF0F1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</a:defRPr>
            </a:pPr>
            <a:r>
              <a:t>🔒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Uncertainty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ROC &amp; calibration plots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204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Per-class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Explainable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1828800" cy="4389120"/>
          </a:xfrm>
          <a:prstGeom prst="rect">
            <a:avLst/>
          </a:prstGeom>
          <a:solidFill>
            <a:srgbClr val="ECF0F1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</a:defRPr>
            </a:pPr>
            <a:r>
              <a:t>⚡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Real-time &lt;100ms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Streamlit web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204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End-to-end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✓ Production-ready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C41E3A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Real-World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920240" cy="4389120"/>
          </a:xfrm>
          <a:prstGeom prst="rect">
            <a:avLst/>
          </a:prstGeom>
          <a:solidFill>
            <a:srgbClr val="ECF0F1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Faster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Automated vs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645920"/>
            <a:ext cx="1920240" cy="4389120"/>
          </a:xfrm>
          <a:prstGeom prst="rect">
            <a:avLst/>
          </a:prstGeom>
          <a:solidFill>
            <a:srgbClr val="ECF0F1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More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Caught by heuristics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45920"/>
            <a:ext cx="1920240" cy="4389120"/>
          </a:xfrm>
          <a:prstGeom prst="rect">
            <a:avLst/>
          </a:prstGeom>
          <a:solidFill>
            <a:srgbClr val="ECF0F1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Volunteer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Skill gaps identified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1920240" cy="4389120"/>
          </a:xfrm>
          <a:prstGeom prst="rect">
            <a:avLst/>
          </a:prstGeom>
          <a:solidFill>
            <a:srgbClr val="ECF0F1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</a:defRPr>
            </a:pPr>
            <a:r>
              <a:t>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Lives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Conservative estimate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Save Lives?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64008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2971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✅ Full GitHub Repository: Open-source for community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383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✅ Streamlit Demo: Try the live web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794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✅ Real Data Integration: Connect to your emergency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✅ Continuous Learning: Retrain with incident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CF0F1"/>
                </a:solidFill>
              </a:defRPr>
            </a:pPr>
            <a:r>
              <a:t>Built for Disaster Response Officers | Hackathon v2.0 | Powered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20</TotalTime>
  <Words>681</Words>
  <Application>Microsoft Office PowerPoint</Application>
  <PresentationFormat>On-screen Show (4:3)</PresentationFormat>
  <Paragraphs>145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umra</dc:creator>
  <cp:keywords/>
  <dc:description>generated using python-pptx</dc:description>
  <cp:lastModifiedBy>Umrah A</cp:lastModifiedBy>
  <cp:revision>2</cp:revision>
  <dcterms:created xsi:type="dcterms:W3CDTF">2013-01-27T09:14:16Z</dcterms:created>
  <dcterms:modified xsi:type="dcterms:W3CDTF">2026-06-14T15:11:57Z</dcterms:modified>
  <cp:category/>
</cp:coreProperties>
</file>